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63" d="100"/>
          <a:sy n="63" d="100"/>
        </p:scale>
        <p:origin x="7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Close Price Over Time">
            <a:extLst>
              <a:ext uri="{FF2B5EF4-FFF2-40B4-BE49-F238E27FC236}">
                <a16:creationId xmlns:a16="http://schemas.microsoft.com/office/drawing/2014/main" id="{FEAA9021-96ED-4812-81A9-59814EE675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4490" y="0"/>
            <a:ext cx="12301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78BFE5-F9B6-9958-1CA5-879CDF4B2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7"/>
            <a:ext cx="12192000" cy="685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Volume vs Predicted Price">
            <a:extLst>
              <a:ext uri="{FF2B5EF4-FFF2-40B4-BE49-F238E27FC236}">
                <a16:creationId xmlns:a16="http://schemas.microsoft.com/office/drawing/2014/main" id="{F7962AAE-8D2C-428D-B098-BBEFC4514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745" y="0"/>
            <a:ext cx="154508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7D35FFB-D8E5-7497-CE5F-20F78D82D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5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45EFA8-587F-325D-68DA-35B4D60AE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5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Dashboard ">
            <a:extLst>
              <a:ext uri="{FF2B5EF4-FFF2-40B4-BE49-F238E27FC236}">
                <a16:creationId xmlns:a16="http://schemas.microsoft.com/office/drawing/2014/main" id="{5CE30F3D-12C1-4C5C-99A1-0FB7F43B1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Piriyadharshini N 24BAD086</cp:lastModifiedBy>
  <cp:revision>1</cp:revision>
  <dcterms:created xsi:type="dcterms:W3CDTF">2026-07-19T14:31:07Z</dcterms:created>
  <dcterms:modified xsi:type="dcterms:W3CDTF">2026-07-19T14:37:55Z</dcterms:modified>
</cp:coreProperties>
</file>